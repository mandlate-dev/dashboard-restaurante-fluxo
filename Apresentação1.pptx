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EBC"/>
    <a:srgbClr val="FB8500"/>
    <a:srgbClr val="2C1F37"/>
    <a:srgbClr val="023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396" autoAdjust="0"/>
    <p:restoredTop sz="96559" autoAdjust="0"/>
  </p:normalViewPr>
  <p:slideViewPr>
    <p:cSldViewPr snapToGrid="0">
      <p:cViewPr varScale="1">
        <p:scale>
          <a:sx n="66" d="100"/>
          <a:sy n="66" d="100"/>
        </p:scale>
        <p:origin x="11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7D73-72B3-4D53-B7A5-4D137F791F3F}" type="datetimeFigureOut">
              <a:rPr lang="pt-PT" smtClean="0"/>
              <a:t>19/08/2026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234-C91C-4D11-AFEB-B2F422226C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66387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7D73-72B3-4D53-B7A5-4D137F791F3F}" type="datetimeFigureOut">
              <a:rPr lang="pt-PT" smtClean="0"/>
              <a:t>19/08/2026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234-C91C-4D11-AFEB-B2F422226C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9865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7D73-72B3-4D53-B7A5-4D137F791F3F}" type="datetimeFigureOut">
              <a:rPr lang="pt-PT" smtClean="0"/>
              <a:t>19/08/2026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234-C91C-4D11-AFEB-B2F422226C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129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7D73-72B3-4D53-B7A5-4D137F791F3F}" type="datetimeFigureOut">
              <a:rPr lang="pt-PT" smtClean="0"/>
              <a:t>19/08/2026</a:t>
            </a:fld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234-C91C-4D11-AFEB-B2F422226C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848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7D73-72B3-4D53-B7A5-4D137F791F3F}" type="datetimeFigureOut">
              <a:rPr lang="pt-PT" smtClean="0"/>
              <a:t>19/08/2026</a:t>
            </a:fld>
            <a:endParaRPr lang="pt-PT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234-C91C-4D11-AFEB-B2F422226C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7348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7D73-72B3-4D53-B7A5-4D137F791F3F}" type="datetimeFigureOut">
              <a:rPr lang="pt-PT" smtClean="0"/>
              <a:t>19/08/2026</a:t>
            </a:fld>
            <a:endParaRPr lang="pt-PT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234-C91C-4D11-AFEB-B2F422226C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749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7D73-72B3-4D53-B7A5-4D137F791F3F}" type="datetimeFigureOut">
              <a:rPr lang="pt-PT" smtClean="0"/>
              <a:t>19/08/2026</a:t>
            </a:fld>
            <a:endParaRPr lang="pt-PT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234-C91C-4D11-AFEB-B2F422226C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521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7D73-72B3-4D53-B7A5-4D137F791F3F}" type="datetimeFigureOut">
              <a:rPr lang="pt-PT" smtClean="0"/>
              <a:t>19/08/2026</a:t>
            </a:fld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234-C91C-4D11-AFEB-B2F422226C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7629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7D73-72B3-4D53-B7A5-4D137F791F3F}" type="datetimeFigureOut">
              <a:rPr lang="pt-PT" smtClean="0"/>
              <a:t>19/08/2026</a:t>
            </a:fld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234-C91C-4D11-AFEB-B2F422226C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06662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7D73-72B3-4D53-B7A5-4D137F791F3F}" type="datetimeFigureOut">
              <a:rPr lang="pt-PT" smtClean="0"/>
              <a:t>19/08/2026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234-C91C-4D11-AFEB-B2F422226C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8594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7D73-72B3-4D53-B7A5-4D137F791F3F}" type="datetimeFigureOut">
              <a:rPr lang="pt-PT" smtClean="0"/>
              <a:t>19/08/2026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234-C91C-4D11-AFEB-B2F422226C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5856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7D73-72B3-4D53-B7A5-4D137F791F3F}" type="datetimeFigureOut">
              <a:rPr lang="pt-PT" smtClean="0"/>
              <a:t>19/08/2026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33234-C91C-4D11-AFEB-B2F422226C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91647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/>
          <p:cNvSpPr/>
          <p:nvPr/>
        </p:nvSpPr>
        <p:spPr>
          <a:xfrm>
            <a:off x="0" y="0"/>
            <a:ext cx="12231756" cy="6889616"/>
          </a:xfrm>
          <a:prstGeom prst="rect">
            <a:avLst/>
          </a:prstGeom>
          <a:solidFill>
            <a:srgbClr val="0230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Arredondado 19"/>
          <p:cNvSpPr/>
          <p:nvPr/>
        </p:nvSpPr>
        <p:spPr>
          <a:xfrm>
            <a:off x="1689652" y="1251020"/>
            <a:ext cx="5156753" cy="1773672"/>
          </a:xfrm>
          <a:prstGeom prst="roundRect">
            <a:avLst>
              <a:gd name="adj" fmla="val 2710"/>
            </a:avLst>
          </a:prstGeom>
          <a:solidFill>
            <a:srgbClr val="FB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21" name="Retângulo Arredondado 20"/>
          <p:cNvSpPr/>
          <p:nvPr/>
        </p:nvSpPr>
        <p:spPr>
          <a:xfrm>
            <a:off x="6977850" y="1251020"/>
            <a:ext cx="5156753" cy="1773672"/>
          </a:xfrm>
          <a:prstGeom prst="roundRect">
            <a:avLst>
              <a:gd name="adj" fmla="val 2710"/>
            </a:avLst>
          </a:prstGeom>
          <a:solidFill>
            <a:srgbClr val="FB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22" name="Retângulo Arredondado 21"/>
          <p:cNvSpPr/>
          <p:nvPr/>
        </p:nvSpPr>
        <p:spPr>
          <a:xfrm>
            <a:off x="1679713" y="3135821"/>
            <a:ext cx="5156753" cy="1773672"/>
          </a:xfrm>
          <a:prstGeom prst="roundRect">
            <a:avLst>
              <a:gd name="adj" fmla="val 2710"/>
            </a:avLst>
          </a:prstGeom>
          <a:solidFill>
            <a:srgbClr val="FB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23" name="Retângulo Arredondado 22"/>
          <p:cNvSpPr/>
          <p:nvPr/>
        </p:nvSpPr>
        <p:spPr>
          <a:xfrm>
            <a:off x="1679712" y="5020623"/>
            <a:ext cx="5156753" cy="1773672"/>
          </a:xfrm>
          <a:prstGeom prst="roundRect">
            <a:avLst>
              <a:gd name="adj" fmla="val 2710"/>
            </a:avLst>
          </a:prstGeom>
          <a:solidFill>
            <a:srgbClr val="FB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24" name="Retângulo Arredondado 23"/>
          <p:cNvSpPr/>
          <p:nvPr/>
        </p:nvSpPr>
        <p:spPr>
          <a:xfrm>
            <a:off x="6975611" y="5020623"/>
            <a:ext cx="5156753" cy="1773672"/>
          </a:xfrm>
          <a:prstGeom prst="roundRect">
            <a:avLst>
              <a:gd name="adj" fmla="val 2710"/>
            </a:avLst>
          </a:prstGeom>
          <a:solidFill>
            <a:srgbClr val="FB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25" name="Retângulo Arredondado 24"/>
          <p:cNvSpPr/>
          <p:nvPr/>
        </p:nvSpPr>
        <p:spPr>
          <a:xfrm>
            <a:off x="6975611" y="3135821"/>
            <a:ext cx="2516052" cy="1773672"/>
          </a:xfrm>
          <a:prstGeom prst="roundRect">
            <a:avLst>
              <a:gd name="adj" fmla="val 2710"/>
            </a:avLst>
          </a:prstGeom>
          <a:solidFill>
            <a:srgbClr val="FB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26" name="Retângulo Arredondado 25"/>
          <p:cNvSpPr/>
          <p:nvPr/>
        </p:nvSpPr>
        <p:spPr>
          <a:xfrm>
            <a:off x="9616312" y="3135821"/>
            <a:ext cx="2516052" cy="1773672"/>
          </a:xfrm>
          <a:prstGeom prst="roundRect">
            <a:avLst>
              <a:gd name="adj" fmla="val 2710"/>
            </a:avLst>
          </a:prstGeom>
          <a:solidFill>
            <a:srgbClr val="FB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27" name="Retângulo Arredondado 26"/>
          <p:cNvSpPr/>
          <p:nvPr/>
        </p:nvSpPr>
        <p:spPr>
          <a:xfrm>
            <a:off x="2054659" y="337796"/>
            <a:ext cx="1632780" cy="802095"/>
          </a:xfrm>
          <a:prstGeom prst="roundRect">
            <a:avLst>
              <a:gd name="adj" fmla="val 2710"/>
            </a:avLst>
          </a:prstGeom>
          <a:solidFill>
            <a:srgbClr val="FB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28" name="Retângulo Arredondado 27"/>
          <p:cNvSpPr/>
          <p:nvPr/>
        </p:nvSpPr>
        <p:spPr>
          <a:xfrm>
            <a:off x="4070245" y="336620"/>
            <a:ext cx="1632780" cy="802095"/>
          </a:xfrm>
          <a:prstGeom prst="roundRect">
            <a:avLst>
              <a:gd name="adj" fmla="val 2710"/>
            </a:avLst>
          </a:prstGeom>
          <a:solidFill>
            <a:srgbClr val="FB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29" name="Retângulo Arredondado 28"/>
          <p:cNvSpPr/>
          <p:nvPr/>
        </p:nvSpPr>
        <p:spPr>
          <a:xfrm>
            <a:off x="6085831" y="334553"/>
            <a:ext cx="1632780" cy="802095"/>
          </a:xfrm>
          <a:prstGeom prst="roundRect">
            <a:avLst>
              <a:gd name="adj" fmla="val 2710"/>
            </a:avLst>
          </a:prstGeom>
          <a:solidFill>
            <a:srgbClr val="FB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30" name="Retângulo Arredondado 29"/>
          <p:cNvSpPr/>
          <p:nvPr/>
        </p:nvSpPr>
        <p:spPr>
          <a:xfrm>
            <a:off x="8101417" y="336385"/>
            <a:ext cx="1632780" cy="802095"/>
          </a:xfrm>
          <a:prstGeom prst="roundRect">
            <a:avLst>
              <a:gd name="adj" fmla="val 2710"/>
            </a:avLst>
          </a:prstGeom>
          <a:solidFill>
            <a:srgbClr val="FB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31" name="Retângulo Arredondado 30"/>
          <p:cNvSpPr/>
          <p:nvPr/>
        </p:nvSpPr>
        <p:spPr>
          <a:xfrm>
            <a:off x="10117003" y="334552"/>
            <a:ext cx="1658214" cy="802095"/>
          </a:xfrm>
          <a:prstGeom prst="roundRect">
            <a:avLst>
              <a:gd name="adj" fmla="val 2710"/>
            </a:avLst>
          </a:prstGeom>
          <a:solidFill>
            <a:srgbClr val="FB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34" name="Retângulo Arredondado 33"/>
          <p:cNvSpPr/>
          <p:nvPr/>
        </p:nvSpPr>
        <p:spPr>
          <a:xfrm>
            <a:off x="99390" y="1235213"/>
            <a:ext cx="1478688" cy="5559082"/>
          </a:xfrm>
          <a:prstGeom prst="roundRect">
            <a:avLst>
              <a:gd name="adj" fmla="val 2710"/>
            </a:avLst>
          </a:prstGeom>
          <a:solidFill>
            <a:srgbClr val="FB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36" name="CaixaDeTexto 35"/>
          <p:cNvSpPr txBox="1"/>
          <p:nvPr/>
        </p:nvSpPr>
        <p:spPr>
          <a:xfrm>
            <a:off x="5250343" y="-10121"/>
            <a:ext cx="3331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Franklin Gothic Demi" panose="020B0703020102020204" pitchFamily="34" charset="0"/>
              </a:rPr>
              <a:t>DASHBOARD - </a:t>
            </a:r>
            <a:r>
              <a:rPr lang="en-US" sz="1600" dirty="0" smtClean="0">
                <a:solidFill>
                  <a:schemeClr val="bg1"/>
                </a:solidFill>
                <a:latin typeface="Franklin Gothic Demi" panose="020B0703020102020204" pitchFamily="34" charset="0"/>
              </a:rPr>
              <a:t>RESTAURANTE</a:t>
            </a:r>
            <a:endParaRPr lang="pt-PT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2886197" y="2807500"/>
            <a:ext cx="27437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Franklin Gothic Demi" panose="020B0703020102020204" pitchFamily="34" charset="0"/>
              </a:rPr>
              <a:t>TOTAL PEDIDOS POR DIA</a:t>
            </a:r>
            <a:endParaRPr lang="pt-PT" sz="1100" dirty="0">
              <a:latin typeface="Franklin Gothic Demi" panose="020B0703020102020204" pitchFamily="34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2896137" y="4623870"/>
            <a:ext cx="27437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Franklin Gothic Demi" panose="020B0703020102020204" pitchFamily="34" charset="0"/>
              </a:rPr>
              <a:t>VENDAS POR HORA</a:t>
            </a:r>
            <a:endParaRPr lang="pt-PT" sz="1100" dirty="0">
              <a:latin typeface="Franklin Gothic Demi" panose="020B0703020102020204" pitchFamily="34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2896137" y="6552766"/>
            <a:ext cx="27437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Franklin Gothic Demi" panose="020B0703020102020204" pitchFamily="34" charset="0"/>
              </a:rPr>
              <a:t>MARGEM  POR PRATO</a:t>
            </a:r>
            <a:endParaRPr lang="pt-PT" sz="1100" dirty="0">
              <a:latin typeface="Franklin Gothic Demi" panose="020B0703020102020204" pitchFamily="34" charset="0"/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8185656" y="6551594"/>
            <a:ext cx="27437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Franklin Gothic Demi" panose="020B0703020102020204" pitchFamily="34" charset="0"/>
              </a:rPr>
              <a:t>PEDIDOS POR FUNCIONARIO</a:t>
            </a:r>
            <a:endParaRPr lang="pt-PT" sz="1100" dirty="0">
              <a:latin typeface="Franklin Gothic Demi" panose="020B0703020102020204" pitchFamily="34" charset="0"/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8185656" y="2807500"/>
            <a:ext cx="27437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Franklin Gothic Demi" panose="020B0703020102020204" pitchFamily="34" charset="0"/>
              </a:rPr>
              <a:t>PRATOS MAIS VENDIDOS</a:t>
            </a:r>
            <a:endParaRPr lang="pt-PT" sz="1100" dirty="0">
              <a:latin typeface="Franklin Gothic Demi" panose="020B0703020102020204" pitchFamily="34" charset="0"/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6856343" y="4677656"/>
            <a:ext cx="27437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Franklin Gothic Demi" panose="020B0703020102020204" pitchFamily="34" charset="0"/>
              </a:rPr>
              <a:t>PEDIDOS POR FORMA DE PAGAMENTO</a:t>
            </a:r>
            <a:endParaRPr lang="pt-PT" sz="1100" dirty="0">
              <a:latin typeface="Franklin Gothic Demi" panose="020B0703020102020204" pitchFamily="34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9505773" y="4668201"/>
            <a:ext cx="27437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Franklin Gothic Demi" panose="020B0703020102020204" pitchFamily="34" charset="0"/>
              </a:rPr>
              <a:t>FATURAMENTO POR CATEGORIA</a:t>
            </a:r>
            <a:endParaRPr lang="pt-PT" sz="1100" dirty="0">
              <a:latin typeface="Franklin Gothic Demi" panose="020B0703020102020204" pitchFamily="34" charset="0"/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2019797" y="917549"/>
            <a:ext cx="17037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Franklin Gothic Demi" panose="020B0703020102020204" pitchFamily="34" charset="0"/>
              </a:rPr>
              <a:t>FATURAMENTO TOTAL</a:t>
            </a:r>
            <a:endParaRPr lang="pt-PT" sz="1100" dirty="0">
              <a:latin typeface="Franklin Gothic Demi" panose="020B0703020102020204" pitchFamily="34" charset="0"/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4282145" y="922171"/>
            <a:ext cx="12038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Franklin Gothic Demi" panose="020B0703020102020204" pitchFamily="34" charset="0"/>
              </a:rPr>
              <a:t>TOTAL PEDIDOS</a:t>
            </a:r>
            <a:endParaRPr lang="pt-PT" sz="1100" dirty="0">
              <a:latin typeface="Franklin Gothic Demi" panose="020B0703020102020204" pitchFamily="34" charset="0"/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6349790" y="908053"/>
            <a:ext cx="1104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Franklin Gothic Demi" panose="020B0703020102020204" pitchFamily="34" charset="0"/>
              </a:rPr>
              <a:t>TICKET MEDIO</a:t>
            </a:r>
            <a:endParaRPr lang="pt-PT" sz="1100" dirty="0">
              <a:latin typeface="Franklin Gothic Demi" panose="020B0703020102020204" pitchFamily="34" charset="0"/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8269677" y="917549"/>
            <a:ext cx="12962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Franklin Gothic Demi" panose="020B0703020102020204" pitchFamily="34" charset="0"/>
              </a:rPr>
              <a:t>MARGEM MEDIA</a:t>
            </a:r>
            <a:endParaRPr lang="pt-PT" sz="1100" dirty="0">
              <a:latin typeface="Franklin Gothic Demi" panose="020B0703020102020204" pitchFamily="34" charset="0"/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10032799" y="912998"/>
            <a:ext cx="18266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Franklin Gothic Demi" panose="020B0703020102020204" pitchFamily="34" charset="0"/>
              </a:rPr>
              <a:t>TAXA DE CANCELAMENTO</a:t>
            </a:r>
            <a:endParaRPr lang="pt-PT" sz="1100" dirty="0">
              <a:latin typeface="Franklin Gothic Demi" panose="020B0703020102020204" pitchFamily="34" charset="0"/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-31910" y="1251020"/>
            <a:ext cx="1703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Franklin Gothic Demi" panose="020B0703020102020204" pitchFamily="34" charset="0"/>
              </a:rPr>
              <a:t>FILTRO</a:t>
            </a:r>
            <a:endParaRPr lang="pt-PT" sz="1200" dirty="0">
              <a:latin typeface="Franklin Gothic Demi" panose="020B0703020102020204" pitchFamily="34" charset="0"/>
            </a:endParaRPr>
          </a:p>
        </p:txBody>
      </p:sp>
      <p:sp>
        <p:nvSpPr>
          <p:cNvPr id="3" name="Rosca 2"/>
          <p:cNvSpPr/>
          <p:nvPr/>
        </p:nvSpPr>
        <p:spPr>
          <a:xfrm>
            <a:off x="308779" y="223282"/>
            <a:ext cx="1029904" cy="873809"/>
          </a:xfrm>
          <a:prstGeom prst="donut">
            <a:avLst>
              <a:gd name="adj" fmla="val 185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52534" y="475520"/>
            <a:ext cx="1007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219EBC"/>
                </a:solidFill>
                <a:latin typeface="Copperplate Gothic Bold" panose="020E0705020206020404" pitchFamily="34" charset="0"/>
              </a:rPr>
              <a:t>LOGO</a:t>
            </a:r>
            <a:endParaRPr lang="pt-PT" dirty="0">
              <a:solidFill>
                <a:srgbClr val="219EBC"/>
              </a:solidFill>
              <a:latin typeface="Copperplate Gothic Bold" panose="020E07050202060204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1159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23047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40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Copperplate Gothic Bold</vt:lpstr>
      <vt:lpstr>Franklin Gothic Demi</vt:lpstr>
      <vt:lpstr>Tema do Office</vt:lpstr>
      <vt:lpstr>Apresentação do PowerPoint</vt:lpstr>
    </vt:vector>
  </TitlesOfParts>
  <Company>Flxuo Business Inteligence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Barack´s account</dc:creator>
  <cp:lastModifiedBy>Barack´s account</cp:lastModifiedBy>
  <cp:revision>7</cp:revision>
  <dcterms:created xsi:type="dcterms:W3CDTF">2026-08-17T22:16:17Z</dcterms:created>
  <dcterms:modified xsi:type="dcterms:W3CDTF">2026-08-19T10:08:27Z</dcterms:modified>
</cp:coreProperties>
</file>